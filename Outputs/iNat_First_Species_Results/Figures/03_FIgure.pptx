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son,Brittany Marie" userId="c8daa600-2033-4f7e-ae08-d8f390b8b37e" providerId="ADAL" clId="{EB1161F9-ECE8-48A3-B3DE-C01973AAC1C6}"/>
    <pc:docChg chg="custSel addSld modSld">
      <pc:chgData name="Mason,Brittany Marie" userId="c8daa600-2033-4f7e-ae08-d8f390b8b37e" providerId="ADAL" clId="{EB1161F9-ECE8-48A3-B3DE-C01973AAC1C6}" dt="2026-06-18T14:28:26.394" v="3" actId="931"/>
      <pc:docMkLst>
        <pc:docMk/>
      </pc:docMkLst>
      <pc:sldChg chg="addSp delSp modSp new mod">
        <pc:chgData name="Mason,Brittany Marie" userId="c8daa600-2033-4f7e-ae08-d8f390b8b37e" providerId="ADAL" clId="{EB1161F9-ECE8-48A3-B3DE-C01973AAC1C6}" dt="2026-06-18T14:28:26.394" v="3" actId="931"/>
        <pc:sldMkLst>
          <pc:docMk/>
          <pc:sldMk cId="300774395" sldId="257"/>
        </pc:sldMkLst>
        <pc:picChg chg="add del mod">
          <ac:chgData name="Mason,Brittany Marie" userId="c8daa600-2033-4f7e-ae08-d8f390b8b37e" providerId="ADAL" clId="{EB1161F9-ECE8-48A3-B3DE-C01973AAC1C6}" dt="2026-06-18T14:28:22.094" v="2" actId="478"/>
          <ac:picMkLst>
            <pc:docMk/>
            <pc:sldMk cId="300774395" sldId="257"/>
            <ac:picMk id="3" creationId="{939D047B-21AD-4ED4-A2A0-08BFABA39738}"/>
          </ac:picMkLst>
        </pc:picChg>
        <pc:picChg chg="add mod">
          <ac:chgData name="Mason,Brittany Marie" userId="c8daa600-2033-4f7e-ae08-d8f390b8b37e" providerId="ADAL" clId="{EB1161F9-ECE8-48A3-B3DE-C01973AAC1C6}" dt="2026-06-18T14:28:26.394" v="3" actId="931"/>
          <ac:picMkLst>
            <pc:docMk/>
            <pc:sldMk cId="300774395" sldId="257"/>
            <ac:picMk id="5" creationId="{64F5B45E-A1EF-7237-5AB1-F97F32D2B9F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F9376-4ACE-26DC-6660-6745C73663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4E913A-9EFF-7BFE-3F04-89CE475A63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63A1A3-E92A-5C53-700D-30C123E71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79A53-FE91-4D40-8DAA-226145A1F52A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032C7-E410-8E70-5A93-5F736347A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AEF2A2-D74A-EDE2-05B2-37C85AD1C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FE1F9-B598-4A83-A4AB-0749763B2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161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7B710-121C-EBB0-B519-3D82C7032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933C3-8082-EA6A-9249-E52E0EDADE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20C4B-8F9C-3672-4A07-7C93A2D72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79A53-FE91-4D40-8DAA-226145A1F52A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89F7AA-4883-AD03-EA0C-66E798AC6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EC8E1A-3C86-5306-8447-D9EEB76FA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FE1F9-B598-4A83-A4AB-0749763B2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931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74D7C-5422-5383-9E7C-4E025631E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EB903E-1B21-EA56-BEFF-4D14A1C705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81C334-734F-109A-9F9F-24D803A84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79A53-FE91-4D40-8DAA-226145A1F52A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3BB20B-1708-EF8A-5C1A-40DB91C0F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8D7FB2-04C7-C57B-21C9-3F446BE07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FE1F9-B598-4A83-A4AB-0749763B2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038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1A153-A656-2141-FB42-058AE40C1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724E0-BC37-F793-EC6B-E5F818F47B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DE99AC-DE94-D783-3170-23C6EC8BED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2C3C17-408D-EE23-311E-A082D7EF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79A53-FE91-4D40-8DAA-226145A1F52A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9B9F68-DF38-427D-3BFC-4435568B0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FD4FCB-913E-1378-CA5F-0CF5AE236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FE1F9-B598-4A83-A4AB-0749763B2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65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8A7BA-B1B7-0481-AEC9-7B0311166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4D1DF0-E35F-AC48-E96A-59DD7A168C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3B830B-4EBC-DA86-D112-B8026067DF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BAB86C-358E-8248-81F0-E87A2530E1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01C6F0-DD80-7DF4-5D3D-0E531C174D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2DDAE1-A4C9-5351-96BC-4D05F47AC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79A53-FE91-4D40-8DAA-226145A1F52A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26A5F0-FD62-1502-0985-1EEC1266B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4C4D71-67C4-6AED-5674-997EBF84A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FE1F9-B598-4A83-A4AB-0749763B2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0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FA7AE-F476-C263-EF3A-512A22261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0F7B3A-4AE3-3D8B-0645-9F6CCCC92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79A53-FE91-4D40-8DAA-226145A1F52A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097BE8-7EC3-B331-29E2-46DA44B17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4ED53B-73C5-8C94-41CF-8173C5D4D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FE1F9-B598-4A83-A4AB-0749763B2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729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4BE815-C519-0979-DC2C-97FE00DE7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79A53-FE91-4D40-8DAA-226145A1F52A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57E4C2-B90A-2F17-FBA9-219CF3756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D46FA2-2195-3C3C-8279-5C4CCE67E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FE1F9-B598-4A83-A4AB-0749763B2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763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DBF88-43AA-0933-950E-4CCFC24D3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FACFF-E580-1F37-70E9-1EABA35610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352518-8B73-1A92-B9DE-1916C98F51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C8290B-2AD7-CED0-E8E9-2C755F3FA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79A53-FE91-4D40-8DAA-226145A1F52A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FD5249-E4C6-0411-CADD-4A90F16DA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90279A-095F-C559-874B-DC95B4415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FE1F9-B598-4A83-A4AB-0749763B2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250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459F1-60D0-5674-5A39-6111BDBA2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B5F811-D5E6-5194-CD09-3B00009A06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720732-5532-1D27-57A5-8379ADA10E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B7B921-18FC-5F8A-2FBF-287229896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79A53-FE91-4D40-8DAA-226145A1F52A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C6A786-F947-2924-3BDE-3540E91C8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63DCE6-28CB-543B-745A-F67DC143A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FE1F9-B598-4A83-A4AB-0749763B2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004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6C35F-56F1-21DB-F1AB-16491B3F0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BD941C-D0C3-3EFD-817D-1326E47F81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B76B65-7596-AB23-58D0-B61E7E536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79A53-FE91-4D40-8DAA-226145A1F52A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68511C-A8C7-8957-2D6A-13EFD7F1A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A02EC3-B9D6-52F2-E9B6-245F90113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FE1F9-B598-4A83-A4AB-0749763B2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058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4201A8-62D5-2E1F-DEA3-F2448EE636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FDF6E5-E180-488B-B356-87B31DE217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6A0F65-6793-6889-CC5E-400CCC0F3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79A53-FE91-4D40-8DAA-226145A1F52A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AB7E2-9263-3437-1EAD-29ECFEE3D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14493-D414-5844-45A1-852C3D581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FE1F9-B598-4A83-A4AB-0749763B2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3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7E50AE-8008-9ABB-D55D-1798BF08C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046DBC-3769-01EC-8C9D-51F4C3E79B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384D8-04E1-8C7C-6AEF-50F95FDB85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C79A53-FE91-4D40-8DAA-226145A1F52A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4F9B3-065D-8D9F-0866-247730173C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2E0D4-5036-8DDD-BA4F-1DAAA5C641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8FE1F9-B598-4A83-A4AB-0749763B2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12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41A6D38-23E2-103A-9CAF-8F718CA77D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89" y="228593"/>
            <a:ext cx="10972822" cy="64008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C629B55-05AD-92C6-2CF0-9EB5E5BE0C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4404" y="1021047"/>
            <a:ext cx="1231596" cy="10907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3B01A67-7D96-FAB7-375D-28997C3C09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750181">
            <a:off x="10056962" y="1026776"/>
            <a:ext cx="1203467" cy="716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730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4F5B45E-A1EF-7237-5AB1-F97F32D2B9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593" y="228593"/>
            <a:ext cx="6400813" cy="640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74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Mason,Brittany Marie</dc:creator>
  <cp:lastModifiedBy>Mason,Brittany Marie</cp:lastModifiedBy>
  <cp:revision>1</cp:revision>
  <dcterms:created xsi:type="dcterms:W3CDTF">2026-06-18T13:57:11Z</dcterms:created>
  <dcterms:modified xsi:type="dcterms:W3CDTF">2026-06-18T14:28:29Z</dcterms:modified>
</cp:coreProperties>
</file>